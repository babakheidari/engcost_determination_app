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4" r:id="rId5"/>
    <p:sldId id="261" r:id="rId6"/>
    <p:sldId id="262" r:id="rId7"/>
    <p:sldId id="263" r:id="rId8"/>
    <p:sldId id="265" r:id="rId9"/>
    <p:sldId id="25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7" autoAdjust="0"/>
    <p:restoredTop sz="94660"/>
  </p:normalViewPr>
  <p:slideViewPr>
    <p:cSldViewPr snapToGrid="0">
      <p:cViewPr varScale="1">
        <p:scale>
          <a:sx n="91" d="100"/>
          <a:sy n="91" d="100"/>
        </p:scale>
        <p:origin x="63" y="1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25A1D-AA98-F731-4CE1-4E991A6DC5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34E63F-EE50-5964-DFFB-9FFD4B51F7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CEFA32-870C-2489-60F9-47B6A3E86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3E0AE-618E-4340-BB7F-F4525CE44F8C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3A4F1-D254-97CB-6056-048744668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5333D-3F84-72AD-0373-2110AC106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4CC8A-356E-4F9D-A16D-9DCFA5CE0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099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1E61A-E4BF-8872-3CE1-BD5057590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1AB33-0D41-E848-8E99-F46284DF0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AAA96-E668-FBB7-176F-68824A6A0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3E0AE-618E-4340-BB7F-F4525CE44F8C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FB10F-5ECD-A204-CE4C-0950164DA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4A081-1BCF-095A-0B25-210031A9D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4CC8A-356E-4F9D-A16D-9DCFA5CE0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470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FF3E-8E36-8E24-2435-EBDC7E268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BFAED7-C444-0E84-05BA-1FA2F2686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86947-6EC1-BFFB-77BF-8A85DD588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3E0AE-618E-4340-BB7F-F4525CE44F8C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5E433-27FB-EFFD-36FD-E681351EC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9A16-7A9D-EF36-09DF-3FE07ECA8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4CC8A-356E-4F9D-A16D-9DCFA5CE0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678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19A96-2A43-685E-FECF-2D4D8CA95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9E2D1-3941-55B4-3164-9B8BA064C3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AA1D35-CAED-E1D0-A2B4-3A959CDE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6326DD-73BA-AC66-80D7-02BEF6798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3E0AE-618E-4340-BB7F-F4525CE44F8C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2427B1-4B00-1A96-C2C9-7A8ED242F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216B75-1E4B-CEC7-D793-D406A72E0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4CC8A-356E-4F9D-A16D-9DCFA5CE0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900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F529C-6744-8A75-DA24-F788CD6A3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EA06BB-AC18-0666-6247-664E8416D4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CE9671-DA9A-30BC-560C-F00B8F7351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187DF4-41FE-143F-ED5A-A6988076B4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5F07C9-4525-ECCE-4205-2FAA7717E4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3C8FC3-7702-2F65-2DFB-2E848906C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3E0AE-618E-4340-BB7F-F4525CE44F8C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A79114-CEB2-44F9-90B3-756E610B1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7EA2BB-0866-852C-EAD1-8077C3CE1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4CC8A-356E-4F9D-A16D-9DCFA5CE0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339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28F58-C4B7-B492-BBC8-66B8FB581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4AAAF-EA7B-249E-DD97-9D293BCB0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3E0AE-618E-4340-BB7F-F4525CE44F8C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FDCE96-A3DC-338D-5728-3E220C467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10243E-64E7-2B02-CBE9-31C8491B8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4CC8A-356E-4F9D-A16D-9DCFA5CE0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477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AA064C-E1B0-EEFC-9862-5C7042B14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3E0AE-618E-4340-BB7F-F4525CE44F8C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341248-3AC4-512C-42D4-D25C2B46A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D1A3AB-E967-203C-8F69-8B7F8C788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4CC8A-356E-4F9D-A16D-9DCFA5CE0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47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2AB44-C886-C5CB-574D-3E53DDC33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C0335-DA35-9959-37A2-D85BF0511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A6EC79-DB76-8606-1718-D54964AD90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15257F-411B-695F-161A-C6566427C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3E0AE-618E-4340-BB7F-F4525CE44F8C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8F2CA6-E63F-6CDA-5576-CF8D96808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B9D6D4-6D45-B73B-3ED2-9F8A8D260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4CC8A-356E-4F9D-A16D-9DCFA5CE0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279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9DE88-757B-9A51-6119-C1AAEAEC8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8E3CCE-EE35-21EB-4002-38D0ED2B32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486AE7-442A-C34D-2888-2E7206E58A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4C4099-4AC9-8EB9-3EE3-716CC6FD5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3E0AE-618E-4340-BB7F-F4525CE44F8C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89B5B1-CD91-E157-8491-53DBBBDBB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6FB474-E01A-DDEA-90C4-12F20E55E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4CC8A-356E-4F9D-A16D-9DCFA5CE0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348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7D48B-0586-8157-0FEF-8DE9EE9CD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D6192A-15E8-8F1E-1CE8-BADBD8F72C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653A6-9265-65F2-B02A-7475F56F3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3E0AE-618E-4340-BB7F-F4525CE44F8C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E40E1-10D5-DD29-C65B-ADC4FC756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59ABD-8451-31B6-0271-0663D7F7A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4CC8A-356E-4F9D-A16D-9DCFA5CE0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741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1254BB-00BA-554A-9BEF-19F65269FF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FE3F75-D544-025C-5317-86C2819AE2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9F009-1BBF-4CF7-E427-56A524FD7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3E0AE-618E-4340-BB7F-F4525CE44F8C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90E84-9CDB-6C94-ADB1-B125879CF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552D06-B259-7434-6FD0-47C20A9BA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4CC8A-356E-4F9D-A16D-9DCFA5CE0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179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A7780A-36EF-6BEC-CDEF-89E0AD3BB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8BA591-D0C2-3ED8-9505-626205FF2C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2AED4-C63A-D4F8-D14A-3DD92BB626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F3E0AE-618E-4340-BB7F-F4525CE44F8C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414FA-0FC9-D55D-5228-E83781400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34A0F-C894-7A0D-04FD-88DA81274C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D4CC8A-356E-4F9D-A16D-9DCFA5CE0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967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2B2F49-99B5-558F-4945-0716816D2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265"/>
            <a:ext cx="12192000" cy="6809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01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923AE-BC4F-4A40-A860-539CAB6E8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2663F1-1E28-F63C-CFD9-6116D7C94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363"/>
            <a:ext cx="12192000" cy="6797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663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38468-7691-0290-38A2-3940A247F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4787F0F-3C9D-528B-0D7B-3BF57559B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494"/>
            <a:ext cx="12192000" cy="678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214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424D0-8D40-B97D-A397-5E0D837A3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9EA87C-47A8-BB11-B437-98CDBCC32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330"/>
            <a:ext cx="12192000" cy="680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269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73F91-AA47-58C9-89ED-8B41903CD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1ADB538-DACE-E64A-F90B-602FD62F1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363"/>
            <a:ext cx="12192000" cy="6797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358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5FD69-04A5-1D7B-7057-643B617F2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83E76D-ADD5-74A6-252F-190516CA4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363"/>
            <a:ext cx="12192000" cy="6797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681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92D44-2220-AA99-5D03-C08E695C2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AE76C1-5D85-4DD8-4490-B9ADAF750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657"/>
            <a:ext cx="12192000" cy="676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692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3A046-A40B-480D-45C7-0150F884D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3E3E22A-C346-EBCF-85D5-81464403A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298"/>
            <a:ext cx="12192000" cy="6805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00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254C0-1B26-A0A5-7F07-1B7FF2A17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324A18-35AF-543E-80CD-76DAFBEB1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28"/>
            <a:ext cx="12192000" cy="6789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978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Babak Heydari</dc:creator>
  <cp:lastModifiedBy>Babak Heydari</cp:lastModifiedBy>
  <cp:revision>3</cp:revision>
  <dcterms:created xsi:type="dcterms:W3CDTF">2026-05-22T17:49:39Z</dcterms:created>
  <dcterms:modified xsi:type="dcterms:W3CDTF">2026-05-23T20:21:46Z</dcterms:modified>
</cp:coreProperties>
</file>